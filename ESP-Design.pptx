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ESP-Design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eGain Sales Prospects — design and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Analyze the input weblogs</a:t>
            </a:r>
          </a:p>
          <a:p>
            <a:pPr/>
            <a:r>
              <a:t>Find important features</a:t>
            </a:r>
          </a:p>
          <a:p>
            <a:pPr/>
            <a:r>
              <a:t>Examine the cohorts of the features</a:t>
            </a:r>
          </a:p>
          <a:p>
            <a:pPr lvl="1"/>
            <a:r>
              <a:t>Marketing campaigns</a:t>
            </a:r>
          </a:p>
          <a:p>
            <a:pPr lvl="1"/>
            <a:r>
              <a:t>Knowledge bases</a:t>
            </a:r>
          </a:p>
          <a:p>
            <a:pPr/>
            <a:r>
              <a:t>Data quality — is the data usable?</a:t>
            </a:r>
          </a:p>
          <a:p>
            <a:pPr lvl="1"/>
            <a:r>
              <a:t>Log covers 1–25 February 2025</a:t>
            </a:r>
          </a:p>
          <a:p>
            <a:pPr lvl="1"/>
            <a:r>
              <a:t>No records at all for 11–19 February; the 10th and 25th are partial</a:t>
            </a:r>
          </a:p>
          <a:p>
            <a:pPr lvl="1"/>
            <a:r>
              <a:t>19.9% of requests are declared bots — pruning required before counting</a:t>
            </a:r>
          </a:p>
          <a:p>
            <a:pPr/>
            <a:r>
              <a:t>What are the visitors looking at?</a:t>
            </a:r>
          </a:p>
          <a:p>
            <a:pPr lvl="1"/>
            <a:r>
              <a:t>AI Knowledge, Knowledge Management, Contact Center</a:t>
            </a:r>
          </a:p>
          <a:p>
            <a:pPr lvl="1"/>
            <a:r>
              <a:t>Healthcare, Banking, Government, Insurance</a:t>
            </a:r>
          </a:p>
          <a:p>
            <a:pPr lvl="1"/>
            <a:r>
              <a:t>Arrivals from marketing campaigns</a:t>
            </a:r>
          </a:p>
          <a:p>
            <a:pPr/>
            <a:r>
              <a:t>530,423 requests and 91,288 IPs, but only 24,044 show real intent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Functional requirements (for sales)</a:t>
            </a:r>
          </a:p>
          <a:p>
            <a:pPr lvl="1"/>
            <a:r>
              <a:t>Ingest logs</a:t>
            </a:r>
          </a:p>
          <a:p>
            <a:pPr lvl="1"/>
            <a:r>
              <a:t>Analyze logs</a:t>
            </a:r>
          </a:p>
          <a:p>
            <a:pPr lvl="1"/>
            <a:r>
              <a:t>Get leads by priority — tiered targets</a:t>
            </a:r>
          </a:p>
          <a:p>
            <a:pPr lvl="1"/>
            <a:r>
              <a:t>Break prospects down by industry</a:t>
            </a:r>
          </a:p>
          <a:p>
            <a:pPr lvl="1"/>
            <a:r>
              <a:t>Identify high-value clients using IP mapping</a:t>
            </a:r>
          </a:p>
          <a:p>
            <a:pPr lvl="1"/>
            <a:r>
              <a:t>Attribute client clicks to marketing campaigns</a:t>
            </a:r>
          </a:p>
          <a:p>
            <a:pPr/>
            <a:r>
              <a:t>Non-functional requirements</a:t>
            </a:r>
          </a:p>
          <a:p>
            <a:pPr lvl="1"/>
            <a:r>
              <a:t>Secure deployment</a:t>
            </a:r>
          </a:p>
          <a:p>
            <a:pPr lvl="1"/>
            <a:r>
              <a:t>Usability</a:t>
            </a:r>
          </a:p>
          <a:p>
            <a:pPr lvl="1"/>
            <a:r>
              <a:t>Reliability</a:t>
            </a:r>
          </a:p>
          <a:p>
            <a:pPr lvl="1"/>
            <a:r>
              <a:t>Maintainability and monitoring (logs)</a:t>
            </a:r>
          </a:p>
          <a:p>
            <a:pPr lvl="1"/>
            <a:r>
              <a:t>Performance</a:t>
            </a:r>
          </a:p>
          <a:p>
            <a:pPr/>
            <a:r>
              <a:t>Inputs and outputs — one dataset given, but must extend to more uploads</a:t>
            </a:r>
          </a:p>
          <a:p>
            <a:pPr/>
            <a:r>
              <a:t>Missing data sales wants to augment</a:t>
            </a:r>
          </a:p>
          <a:p>
            <a:pPr lvl="1"/>
            <a:r>
              <a:t>Client name to IP</a:t>
            </a:r>
          </a:p>
          <a:p>
            <a:pPr lvl="1"/>
            <a:r>
              <a:t>UID in marketing campaigns to person name and company</a:t>
            </a:r>
          </a:p>
          <a:p>
            <a:pPr/>
            <a:r>
              <a:t>Sales organizations are segregated by function, so features flow from the analysis</a:t>
            </a:r>
          </a:p>
          <a:p>
            <a:pPr/>
            <a:r>
              <a:t>Nice to have: an asking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and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Technology</a:t>
            </a:r>
          </a:p>
          <a:p>
            <a:pPr lvl="1"/>
            <a:r>
              <a:t>This is an analytics application, so a Python application is simple and effective</a:t>
            </a:r>
          </a:p>
          <a:p>
            <a:pPr lvl="1"/>
            <a:r>
              <a:t>HTML, JavaScript and Chart.js for the interface</a:t>
            </a:r>
          </a:p>
          <a:p>
            <a:pPr lvl="1"/>
            <a:r>
              <a:t>An SSL-based website is preferred for deployment</a:t>
            </a:r>
          </a:p>
          <a:p>
            <a:pPr lvl="1"/>
            <a:r>
              <a:t>Supporting choices</a:t>
            </a:r>
          </a:p>
          <a:p>
            <a:pPr lvl="2"/>
            <a:r>
              <a:t>SQLite — one database per uploaded weblog, no database server</a:t>
            </a:r>
          </a:p>
          <a:p>
            <a:pPr lvl="2"/>
            <a:r>
              <a:t>No build step and no CDN</a:t>
            </a:r>
          </a:p>
          <a:p>
            <a:pPr lvl="2"/>
            <a:r>
              <a:t>Runs inside 1 GB of shared-hosting memory</a:t>
            </a:r>
          </a:p>
          <a:p>
            <a:pPr/>
            <a:r>
              <a:t>Development</a:t>
            </a:r>
          </a:p>
          <a:p>
            <a:pPr lvl="1"/>
            <a:r>
              <a:t>Use Claude to develop the application</a:t>
            </a:r>
          </a:p>
          <a:p>
            <a:pPr lvl="1"/>
            <a:r>
              <a:t>Made a clear prompt for the overall application</a:t>
            </a:r>
          </a:p>
          <a:p>
            <a:pPr lvl="1"/>
            <a:r>
              <a:t>Then specified, in turn:</a:t>
            </a:r>
          </a:p>
          <a:p>
            <a:pPr lvl="2"/>
            <a:r>
              <a:t>Each feature spec</a:t>
            </a:r>
          </a:p>
          <a:p>
            <a:pPr lvl="2"/>
            <a:r>
              <a:t>Data limitations</a:t>
            </a:r>
          </a:p>
          <a:p>
            <a:pPr lvl="2"/>
            <a:r>
              <a:t>Data uploads</a:t>
            </a:r>
          </a:p>
          <a:p>
            <a:pPr lvl="2"/>
            <a:r>
              <a:t>Deployment</a:t>
            </a:r>
          </a:p>
          <a:p>
            <a:pPr lvl="1"/>
            <a:r>
              <a:t>Several iterations with Claude on features and refinements</a:t>
            </a:r>
          </a:p>
          <a:p>
            <a:pPr lvl="2"/>
            <a:r>
              <a:t>Sample dataset: IP to name</a:t>
            </a:r>
          </a:p>
          <a:p>
            <a:pPr lvl="2"/>
            <a:r>
              <a:t>Sample dataset: UID to potential client</a:t>
            </a:r>
          </a:p>
          <a:p>
            <a:pPr lvl="1"/>
            <a:r>
              <a:t>The data kept correcting the design</a:t>
            </a:r>
          </a:p>
          <a:p>
            <a:pPr lvl="2"/>
            <a:r>
              <a:t>Campaign UIDs arrived with URL paths attached, splitting one person into several</a:t>
            </a:r>
          </a:p>
          <a:p>
            <a:pPr lvl="2"/>
            <a:r>
              <a:t>One UID appeared from 86 addresses — mail scanners, not buyers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Deployment, Testing and Release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passwords in the repo — it is public for people to evaluate</a:t>
            </a:r>
          </a:p>
          <a:p>
            <a:pPr/>
            <a:r>
              <a:t>API keys kept out of the public repo and set as application environment variables</a:t>
            </a:r>
          </a:p>
          <a:p>
            <a:pPr/>
            <a:r>
              <a:t>The domain SSL keys from freessl.org had expired — renewed</a:t>
            </a:r>
          </a:p>
          <a:p>
            <a:pPr/>
            <a:r>
              <a:t>Python was not enabled on GoDaddy</a:t>
            </a:r>
          </a:p>
          <a:p>
            <a:pPr lvl="1"/>
            <a:r>
              <a:t>Enabled the Python application</a:t>
            </a:r>
          </a:p>
          <a:p>
            <a:pPr lvl="1"/>
            <a:r>
              <a:t>Set up the environment variables</a:t>
            </a:r>
          </a:p>
          <a:p>
            <a:pPr/>
            <a:r>
              <a:t>Made the application simple password protected</a:t>
            </a:r>
          </a:p>
          <a:p>
            <a:pPr lvl="1"/>
            <a:r>
              <a:t>No need for an elaborate username and password mechanism</a:t>
            </a:r>
          </a:p>
          <a:p>
            <a:pPr/>
            <a:r>
              <a:t>Tested the application on each page</a:t>
            </a:r>
          </a:p>
          <a:p>
            <a:pPr/>
            <a:r>
              <a:t>Live at hyperanalyticslabs.com/esp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